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MindMate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9EC4A8"/>
                </a:solidFill>
                <a:latin typeface="Calibri"/>
              </a:rPr>
              <a:t>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M.Sc. (Data Science), Final Project Report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EF2F7"/>
                </a:solidFill>
                <a:latin typeface="Calibri"/>
              </a:rPr>
              <a:t>Submitted by: Ganesh L   |   Enrolment No: O24MSD110165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EF2F7"/>
                </a:solidFill>
                <a:latin typeface="Calibri"/>
              </a:rPr>
              <a:t>Guide: Mr. Prashant Stephens   |   In association with Plag Pro, Noida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EF2F7"/>
                </a:solidFill>
                <a:latin typeface="Calibri"/>
              </a:rPr>
              <a:t>Chandigarh University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MindMate, 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B63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C6E49"/>
                </a:solidFill>
                <a:latin typeface="Calibri"/>
              </a:rPr>
              <a:t>Why MindMate?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Student mental-health needs are rising, but counselling capacity is limited (WHO, 2022; Auerbach et al., 2018).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Stigma, cost and waiting times stop many students from seeking help early.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Generic apps rarely personalise support or handle crises transparently.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There is a need for accessible, stigma-free, personalised first-line support, clearly distinct from clinical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MindMate, 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B63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C6E49"/>
                </a:solidFill>
                <a:latin typeface="Calibri"/>
              </a:rPr>
              <a:t>Three core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Design and develop an AI mental-health assistant for students.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Personalise its support using machine-learning algorithms.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Evaluate its effectiveness on mental-health and academic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MindMate, 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B63"/>
                </a:solidFill>
                <a:latin typeface="Calibri"/>
              </a:rPr>
              <a:t>MindMate, 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C6E49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A privacy-respecting Streamlit web app with six pages: Home, Chat, Mood Tracker, Self-Check, Insights, Resources.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Empathetic conversational assistant (OpenAI API with a robust offline fallback engine).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ML personalisation: sentiment analysis, student segmentation, stress prediction, transparent recommendations.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Safety-first: every message screened for crisis signals before any reply.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PHQ-9 and GAD-7 self-checks with validated severity bands.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MindMate, 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B63"/>
                </a:solidFill>
                <a:latin typeface="Calibri"/>
              </a:rPr>
              <a:t>System Architecture</a:t>
            </a:r>
          </a:p>
        </p:txBody>
      </p:sp>
      <p:pic>
        <p:nvPicPr>
          <p:cNvPr id="5" name="Picture 4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2044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Presentation layer (Streamlit)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Service layer orchestrates logic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Assistant + ML domain layer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Local SQLite persistence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OpenAI API is optional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MindMate, 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B63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C6E49"/>
                </a:solidFill>
                <a:latin typeface="Calibri"/>
              </a:rPr>
              <a:t>Open-source and reproducible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Language &amp; UI: Python 3.12, Streamlit (multipage).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Machine learning: scikit-learn (K-Means, Logistic Regression, PCA), VADER for sentiment.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LLM: OpenAI Chat Completions API, with an offline rule-based engine for zero-dependency demos.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Data &amp; analysis: pandas, numpy, scipy; visualisation with plotly and matplotlib.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Persistence: SQLite; models serialised with joblib; tested with pytest (34 tests).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9EC4A8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Machine-Learning Personalisation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MindMate, 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B63"/>
                </a:solidFill>
                <a:latin typeface="Calibri"/>
              </a:rPr>
              <a:t>Student Segmentation (K-Means)</a:t>
            </a:r>
          </a:p>
        </p:txBody>
      </p:sp>
      <p:pic>
        <p:nvPicPr>
          <p:cNvPr id="5" name="Picture 4" descr="fig_segment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290994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Four support segments: Thriving, Coping, At-Risk, High-Need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Six wellbeing features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Silhouette score 0.209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Labels ranked by a wellbeing index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Each segment maps to a tailored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MindMate, 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B63"/>
                </a:solidFill>
                <a:latin typeface="Calibri"/>
              </a:rPr>
              <a:t>Stress Classification</a:t>
            </a:r>
          </a:p>
        </p:txBody>
      </p:sp>
      <p:pic>
        <p:nvPicPr>
          <p:cNvPr id="5" name="Picture 4" descr="fig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4926296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Logistic Regression (Low/Moderate/High)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Test accuracy: 90.0%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Macro-F1: 0.889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Feeds the dashboard + recommender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Transparent probability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MindMate, 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B63"/>
                </a:solidFill>
                <a:latin typeface="Calibri"/>
              </a:rPr>
              <a:t>Safety-First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C6E49"/>
                </a:solidFill>
                <a:latin typeface="Calibri"/>
              </a:rPr>
              <a:t>Ethics and user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Every user message is screened for crisis signals BEFORE a reply is generated.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Three risk levels: none, elevated, crisis.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Crisis triggers a calm, validating message + 24x7 helplines (Tele-MANAS, Vandrevala, AASRA, iCall).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Conservative by design: a false positive is far less costly than a missed crisis.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MindMate never diagnoses and always defers clinical concerns to professionals.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9EC4A8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Evaluation of Effectiveness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MindMate, 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B63"/>
                </a:solidFill>
                <a:latin typeface="Calibri"/>
              </a:rPr>
              <a:t>Pilot Evaluation Results</a:t>
            </a:r>
          </a:p>
        </p:txBody>
      </p:sp>
      <p:pic>
        <p:nvPicPr>
          <p:cNvPr id="5" name="Picture 4" descr="fig_evaluation_pre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5729517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Simulated 4-week pilot (120 treatment vs 120 control). Synthetic data, demonstrates the evaluation methodology.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MindMate, 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B63"/>
                </a:solidFill>
                <a:latin typeface="Calibri"/>
              </a:rPr>
              <a:t>Effect Sizes</a:t>
            </a:r>
          </a:p>
        </p:txBody>
      </p:sp>
      <p:pic>
        <p:nvPicPr>
          <p:cNvPr id="5" name="Picture 4" descr="fig_effect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226913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PHQ-9: d = 1.62 (large)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GAD-7: d = 1.47 (large)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Wellbeing: d = 1.85 (large)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Focus hours: d = 1.44 (large)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B63"/>
                </a:solidFill>
                <a:latin typeface="Calibri"/>
              </a:rPr>
              <a:t>▸ All p &lt; 0.001 (synthetic data)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MindMate, 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B63"/>
                </a:solidFill>
                <a:latin typeface="Calibri"/>
              </a:rPr>
              <a:t>Testing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C6E49"/>
                </a:solidFill>
                <a:latin typeface="Calibri"/>
              </a:rPr>
              <a:t>Quality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34 automated pytest tests, unit, integration and system levels, all passing.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Dedicated safety-critical tests (crisis detection, no over-flagging of phrases like 'killing it in exams').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Models validated on a stratified hold-out: accuracy 0.900, macro-F1 0.889; clustering silhouette 0.209.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Reproducible end-to-end via a fixed random seed.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MindMate, An AI-Powered Mental Health Assistant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B63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C6E49"/>
                </a:solidFill>
                <a:latin typeface="Calibri"/>
              </a:rPr>
              <a:t>Outcomes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All three objectives met: a working assistant, ML personalisation, and a reproducible evaluation.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Contributions: transparent ML personalisation, safety-first + offline-capable design, reproducible evaluation pipeline.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Future: IRB-approved real user study; multilingual support (Hindi &amp; regional languages); mobile app.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B63"/>
                </a:solidFill>
                <a:latin typeface="Calibri"/>
              </a:rPr>
              <a:t>▸ Future: transformer-based emotion models; campus-counselling referral integration; secure cloud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9EC4A8"/>
                </a:solidFill>
                <a:latin typeface="Calibri"/>
              </a:rPr>
              <a:t>Questions &amp; Discussion</a:t>
            </a:r>
          </a:p>
          <a:p>
            <a:pPr algn="ctr"/>
            <a:r>
              <a:rPr sz="1600" b="0" i="0">
                <a:solidFill>
                  <a:srgbClr val="EEF2F7"/>
                </a:solidFill>
                <a:latin typeface="Calibri"/>
              </a:rPr>
              <a:t>Project repository: github.com/gannyprodigy/mindmate-mental-health-assistant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